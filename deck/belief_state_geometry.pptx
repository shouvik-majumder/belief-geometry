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the ESR project, where every measurement depended on a judge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replication. The next slide is why it is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000000"/>
                </a:solidFill>
                <a:latin typeface="Calibri"/>
              </a:rPr>
              <a:t>Do transformers build a Bayesian belief state?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Replication of Shai et al., Transformers Represent Belief State Geometry, NeurIPS 2024</a:t>
            </a:r>
          </a:p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Tiny models trained from scratch: 201k parameters, 90 seconds each, one GPU</a:t>
            </a:r>
          </a:p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666666"/>
                </a:solidFill>
                <a:latin typeface="Calibri"/>
              </a:rPr>
              <a:t>Shouvik Majumder  |  data club,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A hidden Markov process emits tokens you see while hopping between states you cannot.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To predict the next token optimally you must track a posterior over the hidden state: the belief state.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For a well chosen process the set of reachable beliefs has a striking shape, computable exactly in advance.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So: train a transformer on that process, and look for the shape inside its activations.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Why this is a good teaching problem: the ground truth is known, so the analysis cannot quietly lie to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A belief state is a point in a triangle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Three hidden states, so the belief is three numbers summing to one: a point in a 2-simplex.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Each observed token applies Bayes rule and moves the point.</a:t>
            </a:r>
          </a:p>
        </p:txBody>
      </p:sp>
      <p:pic>
        <p:nvPicPr>
          <p:cNvPr id="4" name="Picture 3" descr="bfig01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057400"/>
            <a:ext cx="11094415" cy="4047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The set of all reachable beliefs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Mess3: every token is weak evidence, beliefs never collapse, and the reachable set is a fractal.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RRXOR: tokens are decisive, so only 36 distinct beliefs exist. Two very different target shapes.</a:t>
            </a:r>
          </a:p>
        </p:txBody>
      </p:sp>
      <p:pic>
        <p:nvPicPr>
          <p:cNvPr id="4" name="Picture 3" descr="bfig02_m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19" y="2057400"/>
            <a:ext cx="8272857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The models learn the processes exactly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Cross-entropy reaches the information-theoretic floor to within 0.001 nats.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The per-position curve matches the Bayesian staircase, not just its average.</a:t>
            </a:r>
          </a:p>
        </p:txBody>
      </p:sp>
      <p:pic>
        <p:nvPicPr>
          <p:cNvPr id="4" name="Picture 3" descr="bfig03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286" y="2057400"/>
            <a:ext cx="6909121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The fractal is in the residual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A linear map from 64 activation dimensions to the 3 belief coordinates, fitted on half the data and scored on the other half.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Held-out R-squared 0.98, and the colours match, not just the silhouette.</a:t>
            </a:r>
          </a:p>
        </p:txBody>
      </p:sp>
      <p:pic>
        <p:nvPicPr>
          <p:cNvPr id="4" name="Picture 3" descr="geometry_mess3_L4_d64_seed0_layer3_resid_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057400"/>
            <a:ext cx="11094415" cy="3846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...but a control with no network at all does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Control: the same linear probe fitted to one-hot codes of the last six tokens.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For Mess3 it scores 0.988 against the model's 0.982, because the belief update is close to a decaying token count.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A high probe score is not evidence of computation unless a baseline with the same access does worse.</a:t>
            </a:r>
          </a:p>
        </p:txBody>
      </p:sp>
      <p:pic>
        <p:nvPicPr>
          <p:cNvPr id="4" name="Picture 3" descr="bfig04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258" y="2368296"/>
            <a:ext cx="7713178" cy="4032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RRXOR: a process where the shortcut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Two random bits, then their XOR. No weighted count of recent tokens can represent 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The no-network control collapses to 0.13 while the model reaches 0.56.</a:t>
            </a:r>
          </a:p>
        </p:txBody>
      </p:sp>
      <p:pic>
        <p:nvPicPr>
          <p:cNvPr id="4" name="Picture 3" descr="geometry_rrxor_L4_d64_seed0_layer3_resid_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057400"/>
            <a:ext cx="11094415" cy="3846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Where the belief state gets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Mess3: flat across layers, already present at block 0. Consistent with copying from the input.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Calibri"/>
              </a:rPr>
              <a:t>•  RRXOR: rises monotonically with depth. That is the signature of a quantity being computed.</a:t>
            </a:r>
          </a:p>
        </p:txBody>
      </p:sp>
      <p:pic>
        <p:nvPicPr>
          <p:cNvPr id="4" name="Picture 3" descr="bfig05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543" y="2057400"/>
            <a:ext cx="7300608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00000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Replicated: a 201k-parameter transformer trained only to predict tokens carries the Bayesian belief-state geometry linearly in its residual stream.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Added: a no-network control showing that for Mess3 the headline result is largely free from the input, and the probe score is flat across layers.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The contrast between Mess3 and RRXOR separates 'the geometry is recoverable' from 'the model computes it'.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 Next: does the probe improve with a nonlinear readout, when during training does the geometry appear, and does intervening on it change predictions as Bayes says it should?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